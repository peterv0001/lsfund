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3154680"/>
          </a:xfrm>
          <a:prstGeom prst="rect">
            <a:avLst/>
          </a:prstGeom>
          <a:solidFill>
            <a:srgbClr val="0C2438"/>
          </a:solidFill>
          <a:ln/>
        </p:spPr>
      </p:sp>
      <p:sp>
        <p:nvSpPr>
          <p:cNvPr id="3" name="Shape 1"/>
          <p:cNvSpPr/>
          <p:nvPr/>
        </p:nvSpPr>
        <p:spPr>
          <a:xfrm>
            <a:off x="3374136" y="310896"/>
            <a:ext cx="1024128" cy="1024128"/>
          </a:xfrm>
          <a:prstGeom prst="ellipse">
            <a:avLst/>
          </a:prstGeom>
          <a:solidFill>
            <a:srgbClr val="F7F0DC"/>
          </a:solidFill>
          <a:ln w="25400">
            <a:solidFill>
              <a:srgbClr val="C9A23F"/>
            </a:solidFill>
            <a:prstDash val="solid"/>
          </a:ln>
          <a:effectLst>
            <a:outerShdw sx="100000" sy="100000" kx="0" ky="0" algn="bl" rotWithShape="0" blurRad="101600" dist="38100" dir="5400000">
              <a:srgbClr val="0C2438">
                <a:alpha val="18000"/>
              </a:srgbClr>
            </a:outerShdw>
          </a:effectLst>
        </p:spPr>
      </p:sp>
      <p:pic>
        <p:nvPicPr>
          <p:cNvPr id="4" name="Image 0" descr="/home/claude/build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7308" y="457200"/>
            <a:ext cx="557784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7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LEADERSHIELD</a:t>
            </a:r>
            <a:pPr algn="ctr" indent="0" marL="0">
              <a:buNone/>
            </a:pPr>
            <a:r>
              <a:rPr lang="en-US" sz="90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™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0" y="1755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&amp; AGENT OPPORTUNITY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Business That Matters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local businesses grow — and grow right alongside them.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3364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PEOPLE ARE TAKING A LOOK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79576" y="3694176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01600" dist="38100" dir="5400000">
              <a:srgbClr val="0C2438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3904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4626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Income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5120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every month on the software you place — building into lasting residual income.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65576" y="3694176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01600" dist="38100" dir="5400000">
              <a:srgbClr val="0C2438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9044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43200" y="4626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Your Own Boss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834640" y="5120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your time and your income. Build a real asset, not just a paycheck.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751576" y="3694176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01600" dist="38100" dir="5400000">
              <a:srgbClr val="0C2438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04488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0" y="4626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Products, Real Demand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120640" y="5120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businesses get the growth tools and capital they genuinely need.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612648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7F0DC"/>
          </a:solidFill>
          <a:ln/>
          <a:effectLst>
            <a:outerShdw sx="100000" sy="100000" kx="0" ky="0" algn="bl" rotWithShape="0" blurRad="101600" dist="38100" dir="5400000">
              <a:srgbClr val="0C2438">
                <a:alpha val="1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34593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97864" y="6291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experience needed</a:t>
            </a:r>
            <a:endParaRPr lang="en-US" sz="12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6729984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97864" y="6675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part-time, on your schedule</a:t>
            </a:r>
            <a:endParaRPr lang="en-US" sz="12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6345936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352544" y="6291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training &amp; support</a:t>
            </a:r>
            <a:endParaRPr lang="en-US" sz="12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0" y="6729984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352544" y="6675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startup cost — waived once producing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0" y="7360920"/>
            <a:ext cx="7772400" cy="2194560"/>
          </a:xfrm>
          <a:prstGeom prst="rect">
            <a:avLst/>
          </a:prstGeom>
          <a:solidFill>
            <a:srgbClr val="0C2438"/>
          </a:solidFill>
          <a:ln/>
        </p:spPr>
      </p:sp>
      <p:sp>
        <p:nvSpPr>
          <p:cNvPr id="32" name="Text 22"/>
          <p:cNvSpPr/>
          <p:nvPr/>
        </p:nvSpPr>
        <p:spPr>
          <a:xfrm>
            <a:off x="640080" y="7543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LEARN MORE?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621792" y="7818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3000" dirty="0"/>
          </a:p>
        </p:txBody>
      </p:sp>
      <p:sp>
        <p:nvSpPr>
          <p:cNvPr id="34" name="Text 24"/>
          <p:cNvSpPr/>
          <p:nvPr/>
        </p:nvSpPr>
        <p:spPr>
          <a:xfrm>
            <a:off x="640080" y="84307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quick, no-pressure chat — that's all it takes.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640080" y="879652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Text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5349240" y="772668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9A23F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349240" y="7726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QR CODE ]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yours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212080" y="9162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learn more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457200" y="9674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distributor &amp; agent opportunity. </a:t>
            </a:r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is not guaranteed and depends on individual effort, market, and consistency.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LeaderShield Opportunity Flyer</dc:title>
  <dc:subject>PptxGenJS Presentation</dc:subject>
  <dc:creator>LeaderShield</dc:creator>
  <cp:lastModifiedBy>LeaderShield</cp:lastModifiedBy>
  <cp:revision>1</cp:revision>
  <dcterms:created xsi:type="dcterms:W3CDTF">2026-06-18T18:27:30Z</dcterms:created>
  <dcterms:modified xsi:type="dcterms:W3CDTF">2026-06-18T18:27:30Z</dcterms:modified>
</cp:coreProperties>
</file>